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03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09E83">
              <a:alpha val="18000"/>
            </a:srgbClr>
          </a:solidFill>
          <a:ln w="19050">
            <a:solidFill>
              <a:srgbClr val="00C9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54864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00584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Business Predictor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20040" y="2057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Mobile App User Churn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AWS SageMaker Canvas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" y="2971800"/>
            <a:ext cx="4114800" cy="36576"/>
          </a:xfrm>
          <a:prstGeom prst="rect">
            <a:avLst/>
          </a:prstGeom>
          <a:solidFill>
            <a:srgbClr val="009E83"/>
          </a:solidFill>
          <a:ln w="12700">
            <a:solidFill>
              <a:srgbClr val="009E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Final Project  ·  AWS Cloud Computing  ·  2026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3611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Vidhyut Iyer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prediction matters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3591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AWS SageMaker Canvas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7432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 overview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4564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How It Works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840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&amp; model pipeline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1887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12618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Performance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16459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AUC, key metrics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2860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2286000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22860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23591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27432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enhancements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1463040"/>
          </a:xfrm>
          <a:prstGeom prst="rect">
            <a:avLst/>
          </a:prstGeom>
          <a:solidFill>
            <a:srgbClr val="1B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mobile app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(1st month)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1463040"/>
          </a:xfrm>
          <a:prstGeom prst="rect">
            <a:avLst/>
          </a:prstGeom>
          <a:solidFill>
            <a:srgbClr val="1B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234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4612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costly to acquire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user vs retain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2651760" cy="1463040"/>
          </a:xfrm>
          <a:prstGeom prst="rect">
            <a:avLst/>
          </a:prstGeom>
          <a:solidFill>
            <a:srgbClr val="1B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1234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$1.6T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17220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globally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poor retention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28346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" y="32461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businesses lose millions of users every month. Most companies lack the </a:t>
            </a:r>
            <a:r>
              <a:rPr lang="en-US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expertise</a:t>
            </a: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budget to build custom ML models — leaving churn prediction inaccessible to business teams.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" y="3931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solves that with a no-code ML solution built entirely on AWS SageMaker Canvas.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AWS SageMaker Canvas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1480" cy="1463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280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 Canvas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170992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AutoML platform for model training &amp; deployment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46320" y="114300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46320" y="1143000"/>
            <a:ext cx="41148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459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280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394960" y="170992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storage — CSV upload of mobile app user events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" y="283464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0040" y="2834640"/>
            <a:ext cx="411480" cy="14630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3375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Engine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68680" y="340156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feature selection, model tuning &amp; evaluation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846320" y="283464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846320" y="2834640"/>
            <a:ext cx="411480" cy="1463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3375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Studio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394960" y="340156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IDE to manage Canvas sessions &amp; model artifacts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09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 Zero code required — business analysts can build production-ready ML models.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How It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572768" cy="25603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2104" y="134416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2104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5603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97180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events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exported to S3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56232" y="2514600"/>
            <a:ext cx="192024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48256" y="1234440"/>
            <a:ext cx="1572768" cy="25603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606040" y="134416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60604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9202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39696" y="25603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139696" y="297180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connected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SageMaker Canvas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30168" y="2514600"/>
            <a:ext cx="192024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822192" y="1234440"/>
            <a:ext cx="1572768" cy="25603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379976" y="134416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379976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192024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913632" y="25603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Training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913632" y="297180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trains 250+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combinations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04104" y="2514600"/>
            <a:ext cx="192024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596128" y="1234440"/>
            <a:ext cx="1572768" cy="25603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153912" y="134416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153912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192024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687568" y="25603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687568" y="297180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accuracy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178040" y="2514600"/>
            <a:ext cx="192024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370064" y="1234440"/>
            <a:ext cx="1572768" cy="25603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927848" y="134416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927848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7848" y="1920240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461504" y="25603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7461504" y="297180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predict churn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per user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20040" y="41605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F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'Churn' (binary) — Did the user stop using the app within 30 days?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count (last 7 / 30 days)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session duration (minutes)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active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purchases count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adoption score (0–100)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engagement rate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count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age (days)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1089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0" y="1143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66928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377440"/>
            <a:ext cx="31089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cols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69280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 Target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3657600"/>
            <a:ext cx="31089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0" y="3703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/ 32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69280" y="4251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Canvas — No-Code ML in Action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97680" cy="777240"/>
          </a:xfrm>
          <a:prstGeom prst="rect">
            <a:avLst/>
          </a:prstGeom>
          <a:solidFill>
            <a:srgbClr val="1B2E45"/>
          </a:solidFill>
          <a:ln w="12700">
            <a:solidFill>
              <a:srgbClr val="009E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&amp; Click Interface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910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 from S3 directly — no code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4297680" cy="777240"/>
          </a:xfrm>
          <a:prstGeom prst="rect">
            <a:avLst/>
          </a:prstGeom>
          <a:solidFill>
            <a:srgbClr val="1B2E45"/>
          </a:solidFill>
          <a:ln w="12700">
            <a:solidFill>
              <a:srgbClr val="009E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Feature Engineering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054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handles missing values, encoding &amp; scaling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4297680" cy="777240"/>
          </a:xfrm>
          <a:prstGeom prst="rect">
            <a:avLst/>
          </a:prstGeom>
          <a:solidFill>
            <a:srgbClr val="1B2E45"/>
          </a:solidFill>
          <a:ln w="12700">
            <a:solidFill>
              <a:srgbClr val="009E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Training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4198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linear, tree-based &amp; neural models automatically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4297680" cy="777240"/>
          </a:xfrm>
          <a:prstGeom prst="rect">
            <a:avLst/>
          </a:prstGeom>
          <a:solidFill>
            <a:srgbClr val="1B2E45"/>
          </a:solidFill>
          <a:ln w="12700">
            <a:solidFill>
              <a:srgbClr val="009E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Built-In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3342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for feature importance — no extra setup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Workflow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627632"/>
            <a:ext cx="3749040" cy="457200"/>
          </a:xfrm>
          <a:prstGeom prst="rect">
            <a:avLst/>
          </a:prstGeom>
          <a:solidFill>
            <a:srgbClr val="1B2E4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20640" y="16276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Import Dataset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240280"/>
            <a:ext cx="3749040" cy="457200"/>
          </a:xfrm>
          <a:prstGeom prst="rect">
            <a:avLst/>
          </a:prstGeom>
          <a:solidFill>
            <a:srgbClr val="1625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Select Target Column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2852928"/>
            <a:ext cx="3749040" cy="457200"/>
          </a:xfrm>
          <a:prstGeom prst="rect">
            <a:avLst/>
          </a:prstGeom>
          <a:solidFill>
            <a:srgbClr val="1B2E4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0640" y="2852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Quick Build / Standard Build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3465576"/>
            <a:ext cx="3749040" cy="457200"/>
          </a:xfrm>
          <a:prstGeom prst="rect">
            <a:avLst/>
          </a:prstGeom>
          <a:solidFill>
            <a:srgbClr val="16253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20640" y="34655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Review Model Metrics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4078224"/>
            <a:ext cx="3749040" cy="457200"/>
          </a:xfrm>
          <a:prstGeom prst="rect">
            <a:avLst/>
          </a:prstGeom>
          <a:solidFill>
            <a:srgbClr val="1B2E45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0" y="40782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Generate Predictions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Performance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993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3591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total test 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201168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1188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68880" y="1993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3591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the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201168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188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63440" y="1993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23591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churners,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actually churned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109728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0" y="1097280"/>
            <a:ext cx="201168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0" y="1188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58000" y="1993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23591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churners,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were caught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4290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 (by SHAP Importance)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3840480"/>
            <a:ext cx="1920240" cy="228600"/>
          </a:xfrm>
          <a:prstGeom prst="rect">
            <a:avLst/>
          </a:prstGeom>
          <a:solidFill>
            <a:srgbClr val="DDE5ED"/>
          </a:solidFill>
          <a:ln w="12700">
            <a:solidFill>
              <a:srgbClr val="DD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840480"/>
            <a:ext cx="1766621" cy="228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 Days Since Last Active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68880" y="3840480"/>
            <a:ext cx="1920240" cy="228600"/>
          </a:xfrm>
          <a:prstGeom prst="rect">
            <a:avLst/>
          </a:prstGeom>
          <a:solidFill>
            <a:srgbClr val="DDE5ED"/>
          </a:solidFill>
          <a:ln w="12700">
            <a:solidFill>
              <a:srgbClr val="DD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468880" y="3840480"/>
            <a:ext cx="1497787" cy="228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46888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 Session Count (Last 7 Days)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840480"/>
            <a:ext cx="1920240" cy="228600"/>
          </a:xfrm>
          <a:prstGeom prst="rect">
            <a:avLst/>
          </a:prstGeom>
          <a:solidFill>
            <a:srgbClr val="DDE5ED"/>
          </a:solidFill>
          <a:ln w="12700">
            <a:solidFill>
              <a:srgbClr val="DD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3840480"/>
            <a:ext cx="1248156" cy="228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 Feature Adoption Score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0" y="3840480"/>
            <a:ext cx="1920240" cy="228600"/>
          </a:xfrm>
          <a:prstGeom prst="rect">
            <a:avLst/>
          </a:prstGeom>
          <a:solidFill>
            <a:srgbClr val="DDE5ED"/>
          </a:solidFill>
          <a:ln w="12700">
            <a:solidFill>
              <a:srgbClr val="DD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858000" y="3840480"/>
            <a:ext cx="979322" cy="228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 Push Notification Engagement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Interpretation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1051560"/>
          </a:xfrm>
          <a:prstGeom prst="rect">
            <a:avLst/>
          </a:prstGeom>
          <a:solidFill>
            <a:srgbClr val="1B2E45"/>
          </a:solidFill>
          <a:ln w="12700">
            <a:solidFill>
              <a:srgbClr val="009E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2618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Retention Campaigns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6642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users 30 days before they churn — enabling targeted re-engagement push notifications and personalised offers.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2423160"/>
            <a:ext cx="8503920" cy="1051560"/>
          </a:xfrm>
          <a:prstGeom prst="rect">
            <a:avLst/>
          </a:prstGeom>
          <a:solidFill>
            <a:srgbClr val="1B2E45"/>
          </a:solidFill>
          <a:ln w="12700">
            <a:solidFill>
              <a:srgbClr val="009E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974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49631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Scientist Required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97280" y="28986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managers and business analysts can retrain the model monthly with fresh data, entirely without code.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0040" y="3657600"/>
            <a:ext cx="8503920" cy="1051560"/>
          </a:xfrm>
          <a:prstGeom prst="rect">
            <a:avLst/>
          </a:prstGeom>
          <a:solidFill>
            <a:srgbClr val="1B2E45"/>
          </a:solidFill>
          <a:ln w="12700">
            <a:solidFill>
              <a:srgbClr val="009E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319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73075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 Scaling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97280" y="413308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Canvas charges only for training time — no infrastructure setup, no MLOps overhead, no engineering team needed.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270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SageMaker Endpoint for live churn scoring as users interact with the 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1430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416052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252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5270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Multi-App Generalization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1109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model to work across different app categories (gaming, e-commerce, SaaS) with transfer learning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160520" cy="731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035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3101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Retraining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69417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EventBridge + Lambda to trigger monthly model retraining as new data arrives in S3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92608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2926080"/>
            <a:ext cx="416052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3035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33101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Insights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369417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Amazon Bedrock to generate natural language explanations of churn risk for business teams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97280" y="1051560"/>
            <a:ext cx="6949440" cy="731520"/>
          </a:xfrm>
          <a:prstGeom prst="rect">
            <a:avLst/>
          </a:prstGeom>
          <a:solidFill>
            <a:srgbClr val="1B2E45"/>
          </a:solidFill>
          <a:ln w="9525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2252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051560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is accessible to everyone — SageMaker Canvas removes the code barrier entirely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97280" y="1938528"/>
            <a:ext cx="6949440" cy="731520"/>
          </a:xfrm>
          <a:prstGeom prst="rect">
            <a:avLst/>
          </a:prstGeom>
          <a:solidFill>
            <a:srgbClr val="1B2E45"/>
          </a:solidFill>
          <a:ln w="9525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112264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1938528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 accuracy with 0.91 AUC proves the model is production-ready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97280" y="2825496"/>
            <a:ext cx="6949440" cy="731520"/>
          </a:xfrm>
          <a:prstGeom prst="rect">
            <a:avLst/>
          </a:prstGeom>
          <a:solidFill>
            <a:srgbClr val="1B2E45"/>
          </a:solidFill>
          <a:ln w="9525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299923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83080" y="2825496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enables proactive retention — saving acquisition costs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1097280" y="3712464"/>
            <a:ext cx="6949440" cy="731520"/>
          </a:xfrm>
          <a:prstGeom prst="rect">
            <a:avLst/>
          </a:prstGeom>
          <a:solidFill>
            <a:srgbClr val="1B2E45"/>
          </a:solidFill>
          <a:ln w="9525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3886200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83080" y="3712464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ML democratizes AI for business teams, not just data scientists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721</Words>
  <Application>Microsoft Macintosh PowerPoint</Application>
  <PresentationFormat>On-screen Show (16:9)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No-Code Business Predictor</dc:title>
  <dc:subject>PptxGenJS Presentation</dc:subject>
  <dc:creator>PptxGenJS</dc:creator>
  <cp:lastModifiedBy>vidhyut iyer</cp:lastModifiedBy>
  <cp:revision>2</cp:revision>
  <dcterms:created xsi:type="dcterms:W3CDTF">2026-03-21T04:00:13Z</dcterms:created>
  <dcterms:modified xsi:type="dcterms:W3CDTF">2026-03-21T05:10:02Z</dcterms:modified>
</cp:coreProperties>
</file>